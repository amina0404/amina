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73"/>
  </p:normalViewPr>
  <p:slideViewPr>
    <p:cSldViewPr snapToGrid="0">
      <p:cViewPr varScale="1">
        <p:scale>
          <a:sx n="51" d="100"/>
          <a:sy n="51" d="100"/>
        </p:scale>
        <p:origin x="224" y="1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9F9540-F350-B1BD-53B6-9BEA20D541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5884C9E-7589-0AFF-D9EF-5BEFA40ED6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8E1D71-05D0-EEE4-3A97-052764922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A0AF0-E335-9B44-B57A-EAD85001A69A}" type="datetimeFigureOut">
              <a:rPr lang="ru-RU" smtClean="0"/>
              <a:t>26.10.2025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83BA40-2D24-7C94-13BA-C88BD1C75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06D052-047F-4992-5395-2E6392D17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3AA55-3EE5-254C-B571-F5DDF50AD0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9384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63C65F-608C-CCB1-DE2C-697DEEE6D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0C6A96-2422-6C7E-C472-1B73CD8DC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6299F4-BAD1-E75F-753B-5EDDDCC7D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A0AF0-E335-9B44-B57A-EAD85001A69A}" type="datetimeFigureOut">
              <a:rPr lang="ru-RU" smtClean="0"/>
              <a:t>26.10.2025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D8D0F9-9E5F-D26D-467B-3D0C00417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AE5393-18B0-60E1-6A90-77E29CA08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3AA55-3EE5-254C-B571-F5DDF50AD0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06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0628BD-4E50-84DF-B002-509AADFCC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16CADD-3205-96DD-D977-E5AA2CA68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A388073-EDE9-FCCC-45E3-3380BDB25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A0AF0-E335-9B44-B57A-EAD85001A69A}" type="datetimeFigureOut">
              <a:rPr lang="ru-RU" smtClean="0"/>
              <a:t>26.10.2025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F55171-C6F9-71F4-8DEC-4CF0CB66A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FC0F55-CCFE-8C16-1D3E-CDAD72CF6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3AA55-3EE5-254C-B571-F5DDF50AD0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5344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1A52B-75DD-C2A1-C57B-E502790B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FDF90E-DFE5-0EFA-E7E0-F679C2D8D9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C93F951-5DCC-1DC3-5323-F905693C86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7BC4791-49AE-E260-27CB-BFE630815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A0AF0-E335-9B44-B57A-EAD85001A69A}" type="datetimeFigureOut">
              <a:rPr lang="ru-RU" smtClean="0"/>
              <a:t>26.10.2025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BB2DE22-4BE5-BC74-2102-39D013DBA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02AB206-3AFC-2570-598B-D5891AC4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3AA55-3EE5-254C-B571-F5DDF50AD0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974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82A02B-9D60-41D7-5D49-CED29647C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712750-2208-0FA5-8B76-EEEF41EDD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63F5B7-E3F0-11F7-E04A-A6A871790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5C254A3-449A-D98F-5FD9-116B4CF6D1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E65F1C4-61D4-3939-2D3A-3405382FD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13B1232-89B3-351A-CFB6-C52BF1113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A0AF0-E335-9B44-B57A-EAD85001A69A}" type="datetimeFigureOut">
              <a:rPr lang="ru-RU" smtClean="0"/>
              <a:t>26.10.2025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1CEFC39-07E1-24C0-2C15-C73587F99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996E8AE-9DA6-219C-F10D-C67A11DA9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3AA55-3EE5-254C-B571-F5DDF50AD0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5284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25EC1-387E-F99C-3DEC-940AFF3BE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03A49D5-9366-373C-B395-5F63EAC72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A0AF0-E335-9B44-B57A-EAD85001A69A}" type="datetimeFigureOut">
              <a:rPr lang="ru-RU" smtClean="0"/>
              <a:t>26.10.2025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56D5357-EA19-D2B0-E5D0-EB21BBE68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130B232-39F5-C129-5059-0E0A8A013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3AA55-3EE5-254C-B571-F5DDF50AD0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60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C70CAEF-56B9-8210-0A85-9F0B76AA6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A0AF0-E335-9B44-B57A-EAD85001A69A}" type="datetimeFigureOut">
              <a:rPr lang="ru-RU" smtClean="0"/>
              <a:t>26.10.2025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CB8A780-988C-588A-2479-B4C999650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BE5FF35-C7CF-46B9-7520-07E3D36E5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3AA55-3EE5-254C-B571-F5DDF50AD0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4504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307510-0160-9AC7-35D9-B55BBDDA3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0B7742-AE95-01D8-04E2-DEB9D0CAA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6F7EE92-06E1-7DFE-F98F-120658EF2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0FD2CC7-858F-5F32-3043-AFC00301F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A0AF0-E335-9B44-B57A-EAD85001A69A}" type="datetimeFigureOut">
              <a:rPr lang="ru-RU" smtClean="0"/>
              <a:t>26.10.2025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F04F73A-1A5C-6EB5-8B2B-0FE085CF7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F9D948F-932A-AFBF-E1F5-BF196DE4E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3AA55-3EE5-254C-B571-F5DDF50AD0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6135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EDB438-A044-1F1C-2B60-BED6D67F8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B947A30-74A7-2D01-FB15-CF66F3DF4C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5FF52D1-C5EC-8432-21DD-BFE0551F9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5649ACA-C1D3-10D2-0C39-B9F5BEC37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A0AF0-E335-9B44-B57A-EAD85001A69A}" type="datetimeFigureOut">
              <a:rPr lang="ru-RU" smtClean="0"/>
              <a:t>26.10.2025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17145DB-647C-C61C-6C8E-6C2160A7C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2F7A344-3C2C-E8FB-F8D5-BFF7606C1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3AA55-3EE5-254C-B571-F5DDF50AD0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1919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111EC7-CEF0-4BE4-1CFC-6C3BA2F39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52E1074-E431-900B-0F0E-418AB87157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E199C7-FBEC-6677-E36F-312AA1E9E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A0AF0-E335-9B44-B57A-EAD85001A69A}" type="datetimeFigureOut">
              <a:rPr lang="ru-RU" smtClean="0"/>
              <a:t>26.10.2025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7F83F7-3B6F-814C-B0CF-A858A8D1D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EDDDF3-AA22-8015-ABE4-B91B4CF41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3AA55-3EE5-254C-B571-F5DDF50AD0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1703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9697FFF-31E7-2018-A666-186A74D9FD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73D2F64-0AB7-939D-0EA5-79590D9C00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881A7C-31CA-F304-C18D-12B297D5D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A0AF0-E335-9B44-B57A-EAD85001A69A}" type="datetimeFigureOut">
              <a:rPr lang="ru-RU" smtClean="0"/>
              <a:t>26.10.2025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3DCEAE-3018-66EB-F1E4-78788324F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0293D5-14F5-477F-2B2D-AB9A5A82D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3AA55-3EE5-254C-B571-F5DDF50AD0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075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A5D1AE-86AE-5B0F-537A-3F68CD5BB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4F94CE2-23CD-47E8-F9BE-4B32308D1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0D225F-9903-F240-1C95-8C3E1C2D1C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EA0AF0-E335-9B44-B57A-EAD85001A69A}" type="datetimeFigureOut">
              <a:rPr lang="ru-RU" smtClean="0"/>
              <a:t>26.10.2025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15364C-4B44-AB11-8D5C-9B7EEF2D25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6C0B35-245A-2F5D-3A5A-AF4C62A6BE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F3AA55-3EE5-254C-B571-F5DDF50AD0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987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BEF892-8173-3BA1-F7A4-974292BC05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Алгебра логики</a:t>
            </a:r>
            <a:r>
              <a:rPr lang="en-US" dirty="0"/>
              <a:t>. </a:t>
            </a:r>
            <a:r>
              <a:rPr lang="en-US" dirty="0" err="1"/>
              <a:t>И</a:t>
            </a:r>
            <a:r>
              <a:rPr lang="ru-RU" dirty="0" err="1"/>
              <a:t>мпликация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8450642-52B4-82E8-79C3-781F106C92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198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C78F5-6040-924A-B146-BB547A100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”</a:t>
            </a:r>
            <a:r>
              <a:rPr lang="ru-RU" dirty="0"/>
              <a:t>Умные</a:t>
            </a:r>
            <a:r>
              <a:rPr lang="en-US" dirty="0"/>
              <a:t>”</a:t>
            </a:r>
            <a:r>
              <a:rPr lang="ru-RU" dirty="0"/>
              <a:t> устройства </a:t>
            </a:r>
            <a:br>
              <a:rPr lang="ru-RU" dirty="0"/>
            </a:br>
            <a:r>
              <a:rPr lang="ru-RU" dirty="0"/>
              <a:t>(способность анализировать и реагировать)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8E0A0CD-9869-F549-2D9F-AEB0F33AF6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484" y="1603554"/>
            <a:ext cx="9847764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D7D39D-4275-E0BA-C728-7E66A1793CA4}"/>
              </a:ext>
            </a:extLst>
          </p:cNvPr>
          <p:cNvSpPr txBox="1"/>
          <p:nvPr/>
        </p:nvSpPr>
        <p:spPr>
          <a:xfrm>
            <a:off x="7467601" y="2578894"/>
            <a:ext cx="42157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Управление по санитарному надзору за качеством пищевых продуктов и медикаментов США  одобрило умные часы для мониторинга здоровья</a:t>
            </a:r>
            <a:r>
              <a:rPr lang="en-US" dirty="0"/>
              <a:t>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337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BBD7D-AEFD-B046-4DC1-4F1838E35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Таблица истинности </a:t>
            </a:r>
            <a:r>
              <a:rPr lang="en-US" dirty="0"/>
              <a:t>’</a:t>
            </a:r>
            <a:r>
              <a:rPr lang="ru-RU" dirty="0"/>
              <a:t>если-то</a:t>
            </a:r>
            <a:r>
              <a:rPr lang="en-US" dirty="0"/>
              <a:t>’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AF73B5-1E2A-B7B4-FF67-1000CA8E6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8869"/>
            <a:ext cx="10515600" cy="4888094"/>
          </a:xfrm>
        </p:spPr>
        <p:txBody>
          <a:bodyPr/>
          <a:lstStyle/>
          <a:p>
            <a:r>
              <a:rPr lang="ru-RU" dirty="0"/>
              <a:t>Если устройство диагностирует фибрилляцию предсердий</a:t>
            </a:r>
            <a:r>
              <a:rPr lang="en-US" dirty="0"/>
              <a:t> </a:t>
            </a:r>
            <a:r>
              <a:rPr lang="ru-RU" dirty="0"/>
              <a:t>(ФП), то оно должно отправить сигнал тревоги</a:t>
            </a:r>
          </a:p>
          <a:p>
            <a:r>
              <a:rPr lang="ru-RU" dirty="0"/>
              <a:t>Если упал (неподвижность), то устройство должно отправить сигнал тревоги (в геронтологических центрах)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CFC4DFB-8F1E-3C75-B8E5-E62E22844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11" y="2995749"/>
            <a:ext cx="6197237" cy="376871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916C622-9FD9-ABEA-148A-79EBE21E1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780" y="2930433"/>
            <a:ext cx="3234146" cy="38809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FA51B1-1222-8DDE-5ACB-69349EF26F6C}"/>
              </a:ext>
            </a:extLst>
          </p:cNvPr>
          <p:cNvSpPr txBox="1"/>
          <p:nvPr/>
        </p:nvSpPr>
        <p:spPr>
          <a:xfrm>
            <a:off x="6488248" y="4501588"/>
            <a:ext cx="1454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Не А или </a:t>
            </a:r>
            <a:r>
              <a:rPr lang="en-US" dirty="0"/>
              <a:t>B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3166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655DD3-785A-E4F0-13A5-C3A1C3D76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Формы импликации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9C59D8-27BE-F313-8F4C-EC785CD38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Прямая </a:t>
            </a:r>
            <a:r>
              <a:rPr lang="en-US" dirty="0"/>
              <a:t>A -&gt; B</a:t>
            </a:r>
          </a:p>
          <a:p>
            <a:r>
              <a:rPr lang="ru-RU" dirty="0"/>
              <a:t>Обратная </a:t>
            </a:r>
            <a:r>
              <a:rPr lang="en-US" dirty="0"/>
              <a:t>B -&gt; A</a:t>
            </a:r>
          </a:p>
          <a:p>
            <a:r>
              <a:rPr lang="ru-RU" dirty="0"/>
              <a:t>Противоположная не А –</a:t>
            </a:r>
            <a:r>
              <a:rPr lang="en-US" dirty="0"/>
              <a:t>&gt; </a:t>
            </a:r>
            <a:r>
              <a:rPr lang="ru-RU" dirty="0"/>
              <a:t>не </a:t>
            </a:r>
            <a:r>
              <a:rPr lang="en-US" dirty="0"/>
              <a:t>B</a:t>
            </a:r>
          </a:p>
          <a:p>
            <a:pPr marL="0" indent="0">
              <a:buNone/>
            </a:pPr>
            <a:r>
              <a:rPr lang="ru-RU" dirty="0"/>
              <a:t>Не А: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ru-RU" dirty="0"/>
              <a:t>Контрапозиция не </a:t>
            </a:r>
            <a:r>
              <a:rPr lang="ru-RU" dirty="0" err="1"/>
              <a:t>B</a:t>
            </a:r>
            <a:r>
              <a:rPr lang="en-US" dirty="0"/>
              <a:t> -&gt; </a:t>
            </a:r>
            <a:r>
              <a:rPr lang="en-US" dirty="0" err="1"/>
              <a:t>н</a:t>
            </a:r>
            <a:r>
              <a:rPr lang="ru-RU" dirty="0"/>
              <a:t>е А</a:t>
            </a: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B97BE16-B7E8-325D-BBBB-1F6C23C30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781" y="3339918"/>
            <a:ext cx="1231900" cy="92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8694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100</Words>
  <Application>Microsoft Macintosh PowerPoint</Application>
  <PresentationFormat>Широкоэкранный</PresentationFormat>
  <Paragraphs>14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Алгебра логики. Импликация</vt:lpstr>
      <vt:lpstr>”Умные” устройства  (способность анализировать и реагировать)</vt:lpstr>
      <vt:lpstr>Таблица истинности ’если-то’</vt:lpstr>
      <vt:lpstr>Формы импликации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Алгебра логики. Импликация</dc:title>
  <dc:creator>Елена Демидова</dc:creator>
  <cp:lastModifiedBy>Елена Демидова</cp:lastModifiedBy>
  <cp:revision>14</cp:revision>
  <dcterms:created xsi:type="dcterms:W3CDTF">2025-10-26T16:35:19Z</dcterms:created>
  <dcterms:modified xsi:type="dcterms:W3CDTF">2025-10-26T17:52:35Z</dcterms:modified>
</cp:coreProperties>
</file>